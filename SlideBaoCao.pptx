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dabb733ba046ea" /><Relationship Type="http://schemas.openxmlformats.org/officeDocument/2006/relationships/extended-properties" Target="/docProps/app.xml" Id="R86600dba97624eeb" /><Relationship Type="http://schemas.openxmlformats.org/officeDocument/2006/relationships/officeDocument" Target="/ppt/presentation.xml" Id="Re5954e11e8604e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69e3b829ec42c5"/>
  </p:sldMasterIdLst>
  <p:notesMasterIdLst>
    <p:notesMasterId xmlns:r="http://schemas.openxmlformats.org/officeDocument/2006/relationships" r:id="R43ec67e0bb744c55"/>
  </p:notesMasterIdLst>
  <p:sldIdLst>
    <p:sldId xmlns:r="http://schemas.openxmlformats.org/officeDocument/2006/relationships" id="256" r:id="R6aa8cdbeaffc47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f8c40ad34549e2" /><Relationship Type="http://schemas.openxmlformats.org/officeDocument/2006/relationships/slideMaster" Target="/ppt/slideMasters/slideMaster1.xml" Id="R0e69e3b829ec42c5" /><Relationship Type="http://schemas.openxmlformats.org/officeDocument/2006/relationships/notesMaster" Target="/ppt/notesMasters/notesMaster1.xml" Id="R43ec67e0bb744c55" /><Relationship Type="http://schemas.openxmlformats.org/officeDocument/2006/relationships/presProps" Target="/ppt/presProps.xml" Id="R375868c0f3c24697" /><Relationship Type="http://schemas.openxmlformats.org/officeDocument/2006/relationships/tableStyles" Target="/ppt/tableStyles.xml" Id="Rdce91b43bf104d1a" /><Relationship Type="http://schemas.openxmlformats.org/officeDocument/2006/relationships/slide" Target="/ppt/slides/slide1.xml" Id="R6aa8cdbeaffc47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47737fdceb44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f88775e25e4a49" /><Relationship Type="http://schemas.openxmlformats.org/officeDocument/2006/relationships/notesMaster" Target="/ppt/notesMasters/notesMaster1.xml" Id="R3a574bfe2a3e49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Phạm Ngọc Linh – K26CNTT3. Nguồn: bảng phiếu mượn và danh mục sách trong đề bài. Đã xử lý ba lỗi: merge, hàng trống và dòng tổng cộng trong dữ liệu. Đếm theo tình trạng đề bài: Đang mượn 2, Quá hạn 1, Đã trả 1. Chọn Bar vì dễ so sánh các nhóm trạng thái rời rạc. 3/4 phiếu tra được tên, S099 chưa có danh mục nên IFERROR hiển thị Không tìm thấy sách. Thời lượng dự kiến 2 phút, là 1 slide trong kế hoạch tối đa 10 slide và 20 phút. Mọi chữ trên slide tối thiểu 30 pt (40 px).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84b099ee74c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5b7b3f820542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c75578b404f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29c8e9b59844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630402ead4f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a22e73b9e45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2B48B2-7462-4F31-A4C8-AF96021C9C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B06A2C9-7429-4D3F-A5EE-7574D4424A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80D89F5-7DFC-48F7-B0F3-78E76EE7F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92A259-ABBC-4C03-8B46-46FAC1478A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6EBC34-4485-47B3-BA3D-9B64755F90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03FE7A-8A38-41E3-9BF7-AC654DE2EF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1D038E-114D-4982-ADF6-54EDA7B600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217CE1E-F2BE-47F1-8A9C-4474E4B314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D5E9F7-D305-4C89-B5FF-8B290DDDF9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4315C9-3264-4077-A93C-33456F73AD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b53a2112ea477e" /><Relationship Type="http://schemas.openxmlformats.org/officeDocument/2006/relationships/slideLayout" Target="/ppt/slideLayouts/slideLayout1.xml" Id="R8e6394a13ee440b6" /><Relationship Type="http://schemas.openxmlformats.org/officeDocument/2006/relationships/slideLayout" Target="/ppt/slideLayouts/slideLayout2.xml" Id="R87d1fc6410e343c8" /><Relationship Type="http://schemas.openxmlformats.org/officeDocument/2006/relationships/slideLayout" Target="/ppt/slideLayouts/slideLayout3.xml" Id="R3a0552f263064a1c" /><Relationship Type="http://schemas.openxmlformats.org/officeDocument/2006/relationships/slideLayout" Target="/ppt/slideLayouts/slideLayout4.xml" Id="Rd8739ca376474ba4" /><Relationship Type="http://schemas.openxmlformats.org/officeDocument/2006/relationships/slideLayout" Target="/ppt/slideLayouts/slideLayout5.xml" Id="R4ffae0a9bdcd4872" /><Relationship Type="http://schemas.openxmlformats.org/officeDocument/2006/relationships/slideLayout" Target="/ppt/slideLayouts/slideLayout6.xml" Id="R7abce95f2fcd45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6394a13ee440b6"/>
    <p:sldLayoutId xmlns:r="http://schemas.openxmlformats.org/officeDocument/2006/relationships" id="2147483650" r:id="R87d1fc6410e343c8"/>
    <p:sldLayoutId xmlns:r="http://schemas.openxmlformats.org/officeDocument/2006/relationships" id="2147483651" r:id="R3a0552f263064a1c"/>
    <p:sldLayoutId xmlns:r="http://schemas.openxmlformats.org/officeDocument/2006/relationships" id="2147483652" r:id="Rd8739ca376474ba4"/>
    <p:sldLayoutId xmlns:r="http://schemas.openxmlformats.org/officeDocument/2006/relationships" id="2147483653" r:id="R4ffae0a9bdcd4872"/>
    <p:sldLayoutId xmlns:r="http://schemas.openxmlformats.org/officeDocument/2006/relationships" id="2147483654" r:id="R7abce95f2fcd45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c457c5b3cf4570" /><Relationship Type="http://schemas.openxmlformats.org/officeDocument/2006/relationships/chart" Target="/ppt/slides/charts/chart1.xml" Id="Rb07529940b934c1e" /><Relationship Type="http://schemas.openxmlformats.org/officeDocument/2006/relationships/notesSlide" Target="/ppt/notesSlides/notesSlide1.xml" Id="Rdec889f6451e4cb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Số phiếu</c:v>
          </c:tx>
          <c:spPr>
            <a:solidFill xmlns:a="http://schemas.openxmlformats.org/drawingml/2006/main">
              <a:srgbClr val="285C8E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Đang mượn</c:v>
                </c:pt>
                <c:pt idx="1">
                  <c:v>Quá hạn</c:v>
                </c:pt>
                <c:pt idx="2">
                  <c:v>Đã trả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30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.5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line">
            <a:extLst xmlns:a="http://schemas.openxmlformats.org/drawingml/2006/main">
              <a:ext uri="{FF2B5EF4-FFF2-40B4-BE49-F238E27FC236}">
                <a16:creationId xmlns:a16="http://schemas.microsoft.com/office/drawing/2014/main" id="{5F8BEDF3-61E7-4C09-B9FD-74368451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4 phiếu đã chuẩn hóa,</a:t>
            </a:r>
          </a:p>
          <a:p xmlns:a="http://schemas.openxmlformats.org/drawingml/2006/main">
            <a:pPr>
              <a:defRPr sz="34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1 mã sách chưa có trong danh mục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75CC43BF-373C-49DC-BA29-4DE1D641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defPPr>
            <a:lvl1pPr>
              <a:defRPr sz="75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lvl1pPr>
            <a:lvl2pPr>
              <a:defRPr sz="75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lvl2pPr>
            <a:lvl3pPr>
              <a:defRPr sz="75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lvl3pPr>
            <a:lvl4pPr>
              <a:defRPr sz="75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lvl4pPr>
            <a:lvl5pPr>
              <a:defRPr sz="75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lvl5pPr>
            <a:lvl6pPr>
              <a:defRPr sz="75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lvl6pPr>
            <a:lvl7pPr>
              <a:defRPr sz="75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lvl7pPr>
            <a:lvl8pPr>
              <a:defRPr sz="75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lvl8pPr>
            <a:lvl9pPr>
              <a:defRPr sz="75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D06B18"/>
                </a:solidFill>
                <a:latin typeface="Arial"/>
                <a:ea typeface="Arial"/>
                <a:cs typeface="Arial"/>
              </a:rPr>
              <a:t>3/4</a:t>
            </a:r>
          </a:p>
        </p:txBody>
      </p:sp>
      <p:sp>
        <p:nvSpPr>
          <p:cNvPr id="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D2B02B6-B8EB-4DDF-B80F-8CBBA21F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phiếu tra được</a:t>
            </a:r>
          </a:p>
          <a:p xmlns:a="http://schemas.openxmlformats.org/drawingml/2006/main">
            <a:pPr>
              <a:defRPr sz="30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tên sách</a:t>
            </a:r>
          </a:p>
        </p:txBody>
      </p:sp>
      <p:sp>
        <p:nvSpPr>
          <p:cNvPr id="4" name="action">
            <a:extLst xmlns:a="http://schemas.openxmlformats.org/drawingml/2006/main">
              <a:ext uri="{FF2B5EF4-FFF2-40B4-BE49-F238E27FC236}">
                <a16:creationId xmlns:a16="http://schemas.microsoft.com/office/drawing/2014/main" id="{68F87B78-D076-4E7D-828B-E45DC4AE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D06B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06B18"/>
                </a:solidFill>
                <a:latin typeface="Arial"/>
                <a:ea typeface="Arial"/>
                <a:cs typeface="Arial"/>
              </a:rPr>
              <a:t>Cần xác minh S099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B3DBCE3-EC60-47D6-B0F9-3D72E2A73B4A}"/>
              </a:ext>
            </a:extLst>
          </p:cNvPr>
          <p:cNvGraphicFramePr/>
          <p:nvPr/>
        </p:nvGraphicFramePr>
        <p:xfrm>
          <a:off xmlns:a="http://schemas.openxmlformats.org/drawingml/2006/main" x="4381500" y="1952625"/>
          <a:ext xmlns:a="http://schemas.openxmlformats.org/drawingml/2006/main" cx="7096125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7529940b934c1e"/>
          </a:graphicData>
        </a:graphic>
      </p:graphicFrame>
      <p:sp>
        <p:nvSpPr>
          <p:cNvPr id="6" name="timing">
            <a:extLst xmlns:a="http://schemas.openxmlformats.org/drawingml/2006/main">
              <a:ext uri="{FF2B5EF4-FFF2-40B4-BE49-F238E27FC236}">
                <a16:creationId xmlns:a16="http://schemas.microsoft.com/office/drawing/2014/main" id="{056358FF-6E53-4FDD-9AD9-9DACBD80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960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1/10 slide dự kiến     2/20 phút     Chữ từ 30 pt</a:t>
            </a:r>
          </a:p>
        </p:txBody>
      </p:sp>
    </p:spTree>
    <p:extLst>
      <p:ext uri="{BB962C8B-B14F-4D97-AF65-F5344CB8AC3E}">
        <p14:creationId xmlns:p14="http://schemas.microsoft.com/office/powerpoint/2010/main" val="10847731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2026-10-25T16:05:44.9730000Z</dcterms:created>
  <dcterms:modified xsi:type="dcterms:W3CDTF">2026-10-25T16:05:44.9730000Z</dcterms:modified>
</coreProperties>
</file>